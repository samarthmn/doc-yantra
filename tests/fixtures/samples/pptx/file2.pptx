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Dummy Document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second dummy markdown document.</a:t>
            </a:r>
          </a:p>
          <a:p>
            <a:pPr lvl="0" indent="0" marL="0">
              <a:buNone/>
            </a:pPr>
            <a:r>
              <a:rPr/>
              <a:t>It has slightly different content to demonstrate multiple files.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2025-09-09T09:31:38Z</dcterms:created>
  <dcterms:modified xsi:type="dcterms:W3CDTF">2025-09-09T09:31:38Z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